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39474"/>
            </a:avLst>
          </a:prstGeom>
          <a:solidFill>
            <a:srgbClr val="0A3D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CAREDEVI AI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MediClaim AI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 you're paying for.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bill analyzer — plain-English breakdowns, overcharge detection,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output. Built in 36 hours.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38404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06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medicare-ai-hackathon.vercel.app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4114800"/>
            <a:ext cx="2286000" cy="5486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Health Data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Interoperability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Solo · @demonz69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Bills contain errors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$210B+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Annual billing waste in the 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6517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Patients who understand their bill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8412480" cy="12801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0400"/>
            <a:ext cx="73152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bills are intentionally opaque.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use thousands of CPT codes. Insurers apply complex adjustment rules. Patients receive a final number with no explanation — and are expected to pay it without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your bill. Get answers in 30 seconds.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737360"/>
            <a:ext cx="196596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73736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Upload PDF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Digital or scanned — PyMuPDF + Tesseract handle both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1737360"/>
            <a:ext cx="196596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73736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090672" y="18745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09067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50592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Analyzes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30632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Medical NER extracts every charge, drug, and CPT 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26864" y="1737360"/>
            <a:ext cx="196596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73736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5266944" y="18745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26694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26864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Benchmarked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30632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Every item compared against CMS Medicare rates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03136" y="1737360"/>
            <a:ext cx="196596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173736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443216" y="18745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44321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03136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94576" y="30632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Plain-English breakdown + severity flags + FHIR output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0A3D3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B8A6"/>
                </a:solidFill>
              </a:rPr>
              <a:t>⚡  LLM for explanations only — all overcharge math is deterministic Python against public CMS data. No AI hallucinations on your money.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· Vite · Tailwind CSS · Recharts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55648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75564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75564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Python 3.11 · Uvicorn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05456"/>
            <a:ext cx="64008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50545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PDF Parsing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25054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PyMuPDF · Tesseract OCR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255264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55264"/>
            <a:ext cx="6400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25526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NER Pipeline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25526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 → HuggingFace biomedical-ner-all → Google Gemini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05072"/>
            <a:ext cx="64008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00507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LLM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400507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Llama3-OpenBioLLM-70B via HuggingFace Inference 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05840"/>
            <a:ext cx="64008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0058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Enrichment APIs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058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OpenFDA · RxNorm · NLM Clinical Tables (all free, no key)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755648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55648"/>
            <a:ext cx="64008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175564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Benchmarks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175564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 Medicare Physician Fee Schedule (bundled JSON)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505456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05456"/>
            <a:ext cx="64008" cy="5669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250545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FHIR Output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5054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ExplanationOfBenefit R4 resource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255264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255264"/>
            <a:ext cx="64008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25526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25526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(frontend) · Railway (backend)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</a:rPr>
              <a:t>LIVE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patient sees after uploading their bill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965960" cy="100584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19659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Total Charged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$4,280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450592" y="1325880"/>
            <a:ext cx="1965960" cy="100584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1325880"/>
            <a:ext cx="196596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2450592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Est. Covered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50592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$2,890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26864" y="1325880"/>
            <a:ext cx="1965960" cy="100584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32588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Out of Pocket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6864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$1,390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803136" y="1325880"/>
            <a:ext cx="1965960" cy="100584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1325880"/>
            <a:ext cx="19659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803136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Issues Found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3136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HIGH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43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SEVERITY FLAGS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56692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880360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8803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ED Visit Level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08960" y="28803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Charged: $1,850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28803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Benchmark: $960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2971800"/>
            <a:ext cx="50292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2971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410712"/>
            <a:ext cx="56692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410712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4107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MRI Brain w/ Contrast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34107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Charged: $3,200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34107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Benchmark: $890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502152"/>
            <a:ext cx="50292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35021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941064"/>
            <a:ext cx="56692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941064"/>
            <a:ext cx="54864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94106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Overnight Room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08960" y="39410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Charged: $1,100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34840" y="394106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Benchmark: $780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77840" y="4032504"/>
            <a:ext cx="50292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577840" y="40325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2514600"/>
            <a:ext cx="2651760" cy="2286000"/>
          </a:xfrm>
          <a:prstGeom prst="rect">
            <a:avLst/>
          </a:prstGeom>
          <a:solidFill>
            <a:srgbClr val="0A2E2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25146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FHIR R4 Output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0632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Valid ExplanationOfBenefit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resource — drops directly into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any EHR, insurance portal,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or HL7-compliant system.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83680" y="4389120"/>
            <a:ext cx="201168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4389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Download JSON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RESPONSIBLE 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078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LLM Never Touches Numbers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3898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All overcharge math is deterministic Python against CMS data. LLM generates words only — never dollar amounts or severity scores.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32120" y="1078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Layered NER — Deterministic First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13898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Regex extracts CPT codes and amounts. HuggingFace enhances. Gemini is fallback. Guessing is the last resort, never the first.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3134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Zero Data Persistence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243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PDFs processed in-memory, discarded after request. No database. No user tracking. No PHI stored anywhere.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23134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100% Public Government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26243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CMS, OpenFDA, RxNorm, NLM — all public domain. No proprietary datasets, no licensing risk, fully auditable.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547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Bias Acknowledged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8587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CMS benchmarks reflect Medicare demographics. Private insurer rates differ. Coverage is simulated. Every output carries a clear disclaimer.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547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Clearly Not Medical Advice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38587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Disclaimer on every result screen. Not FDA-cleared. Not HIPAA-compliant. Not a replacement for professional billing review.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</a:rPr>
              <a:t>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billing shouldn't require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law degree.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9202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377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 analyze any bill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286000"/>
            <a:ext cx="19202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2377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 run — all public APIs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19202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377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FHIR R4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ready for any EHR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286000"/>
            <a:ext cx="19202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377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36hrs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solo build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749040"/>
            <a:ext cx="6400800" cy="7772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749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medicare-ai-hackathon.vercel.app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Solo participant · @demonz69 · Health Data &amp; Interoperability Track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MediClaim AI — CareDevi Hackathon 2026</dc:title>
  <dc:subject>PptxGenJS Presentation</dc:subject>
  <dc:creator>PptxGenJS</dc:creator>
  <cp:lastModifiedBy>PptxGenJS</cp:lastModifiedBy>
  <cp:revision>1</cp:revision>
  <dcterms:created xsi:type="dcterms:W3CDTF">2026-04-26T16:13:30Z</dcterms:created>
  <dcterms:modified xsi:type="dcterms:W3CDTF">2026-04-26T16:13:30Z</dcterms:modified>
</cp:coreProperties>
</file>