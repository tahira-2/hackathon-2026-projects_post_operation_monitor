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8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6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75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201168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HACKATHON PITCH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CausalCare AI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Health Intelligence Engine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0B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"Most AI predicts disease. CausalCare AI explains why — and shows you how to change it."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2560320" cy="9144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858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Predict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EC8"/>
                </a:solidFill>
              </a:rPr>
              <a:t>ML-powered condition detection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3840480"/>
            <a:ext cx="2560320" cy="9144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91840" y="3858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Explain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EC8"/>
                </a:solidFill>
              </a:rPr>
              <a:t>Why your risk is elevated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3840480"/>
            <a:ext cx="2560320" cy="914400"/>
          </a:xfrm>
          <a:prstGeom prst="rect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385876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C39A"/>
                </a:solidFill>
              </a:rPr>
              <a:t>Simulate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4206240"/>
            <a:ext cx="2560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0BEC8"/>
                </a:solidFill>
              </a:rPr>
              <a:t>What if you changed a habit?</a:t>
            </a:r>
            <a:endParaRPr lang="en-US" sz="10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7589520" y="109728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28090"/>
                </a:solidFill>
              </a:rPr>
              <a:t>MOST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2423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people who use symptom checkers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leave without knowing WHAT to do next.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1188720"/>
            <a:ext cx="0" cy="2926080"/>
          </a:xfrm>
          <a:prstGeom prst="line">
            <a:avLst/>
          </a:prstGeom>
          <a:noFill/>
          <a:ln w="25400">
            <a:solidFill>
              <a:srgbClr val="E8EE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749040" y="1143000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86200" y="11887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❓  No Explanation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886200" y="15270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Tools say 'You might have X' but never explain why your lifestyle makes it worse.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49040" y="2167128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86200" y="22128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⚡  No Actionability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86200" y="25511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Zero guidance on which habit to change first or what impact it would have.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49040" y="3191256"/>
            <a:ext cx="5029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86200" y="323697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🕐  No Prioritization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86200" y="35753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Users can't tell: should I just rest, or go to a doctor right now?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4297680"/>
            <a:ext cx="8412480" cy="566928"/>
          </a:xfrm>
          <a:prstGeom prst="rect">
            <a:avLst/>
          </a:prstGeom>
          <a:solidFill>
            <a:srgbClr val="E53E3E">
              <a:alpha val="12000"/>
            </a:srgbClr>
          </a:solidFill>
          <a:ln w="12700">
            <a:solidFill>
              <a:srgbClr val="E53E3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429768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53E3E"/>
                </a:solidFill>
              </a:rPr>
              <a:t>Result: Delayed action, confusion, and missed opportunities for prevention.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0C4D0"/>
                </a:solidFill>
              </a:rPr>
              <a:t>CausalCare AI is a smart health assistant that doesn't just predict — it explains and empowers.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828800"/>
            <a:ext cx="4114800" cy="132588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73152" cy="13258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920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🧠  Predict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230428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4D0"/>
                </a:solidFill>
              </a:rPr>
              <a:t>Random Forest ML classifies likely conditions from your symptoms with confidence scoring.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00600" y="1828800"/>
            <a:ext cx="4114800" cy="132588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7C3AED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00600" y="1828800"/>
            <a:ext cx="73152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65192" y="1920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🔍  Explain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65192" y="230428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4D0"/>
                </a:solidFill>
              </a:rPr>
              <a:t>Causal-style engine breaks down how smoking, sleep, and pollution each raise your risk.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337560"/>
            <a:ext cx="4114800" cy="132588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D97706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73152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0352" y="3429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🎛️  Simulate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0352" y="38130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4D0"/>
                </a:solidFill>
              </a:rPr>
              <a:t>'What if I quit smoking?' — see exact risk reduction before making a decision.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3337560"/>
            <a:ext cx="4114800" cy="132588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E53E3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3337560"/>
            <a:ext cx="73152" cy="1325880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65192" y="34290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🚨  Guide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65192" y="381304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0C4D0"/>
                </a:solidFill>
              </a:rPr>
              <a:t>Clear urgency tiers: self-care, consult soon, or seek immediate attention.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727448"/>
            <a:ext cx="8412480" cy="320040"/>
          </a:xfrm>
          <a:prstGeom prst="rect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5760" y="47274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</a:rPr>
              <a:t>Not just data output — behavior-focused, prevention-first guidance.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IT WORKS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43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2103120"/>
            <a:ext cx="1554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Input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155448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Select symptoms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Set lifestyle factors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(smoking, sleep, pollution)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65376" y="1508760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50592" y="114300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50592" y="1143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993392" y="2103120"/>
            <a:ext cx="1554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93392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Predict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93392" y="2606040"/>
            <a:ext cx="155448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ML model identifies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likely condition +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base probability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584448" y="1508760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69664" y="114300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69664" y="1143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712464" y="2103120"/>
            <a:ext cx="1554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12464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Adjust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12464" y="2606040"/>
            <a:ext cx="155448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Causal engine applies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lifestyle multipliers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to final risk score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03520" y="1508760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888736" y="114300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88736" y="1143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431536" y="2103120"/>
            <a:ext cx="1554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31536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Simulate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31536" y="2606040"/>
            <a:ext cx="155448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What-if scenarios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show risk impact of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each habit change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022592" y="1508760"/>
            <a:ext cx="13716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607808" y="1143000"/>
            <a:ext cx="777240" cy="7772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607808" y="1143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150608" y="2103120"/>
            <a:ext cx="1554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50608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Guide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50608" y="2606040"/>
            <a:ext cx="155448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Urgency level,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recommendations &amp;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disclaimer shown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8090"/>
                </a:solidFill>
              </a:rPr>
              <a:t>⚕️  This is early risk awareness — not a clinical diagnosis. Always consult a qualified healthcare provider.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LIVE DEMO WALKTHROUGH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screenshot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51560"/>
            <a:ext cx="402336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206240"/>
            <a:ext cx="41148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274320" y="4206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① Health Assessment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005840"/>
            <a:ext cx="411480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/home/claude/screenshot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051560"/>
            <a:ext cx="4023360" cy="310896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663440" y="4206240"/>
            <a:ext cx="411480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4663440" y="42062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② Risk Dashboard + Simulator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74320" y="472744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07D8B"/>
                </a:solidFill>
              </a:rPr>
              <a:t>Full working prototype: React frontend · FastAPI backend · ML model · SQLite persistence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BUSINESS PROSPECTS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594360"/>
          </a:xfrm>
          <a:prstGeom prst="rect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8090"/>
                </a:solidFill>
              </a:rPr>
              <a:t>🌍  Global digital health market: $659 billion by 2030 · Preventive care &amp; explainable AI are fastest-growing segments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755648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755648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1755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🏥  B2B SaaS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350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→  Telehealth providers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8529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→  Clinics &amp; hospitals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355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→  API / white-label dashboard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755648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0" y="1755648"/>
            <a:ext cx="27432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00400" y="1755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B2C Freemium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350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→  Free risk checks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8529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→  Paid coaching plans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3355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→  Premium symptom history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755648"/>
            <a:ext cx="2743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0" y="1755648"/>
            <a:ext cx="274320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0" y="1755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🏢  Enterprise Wellness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23500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→  Employer health programs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28529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→  Insurance risk scoring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63640" y="33558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→  HR wellness platforms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0C4D0"/>
                </a:solidFill>
              </a:rPr>
              <a:t>PHASE 1: Pilot with telehealth partners  ·  PHASE 2: API ecosystem + feedback loop  ·  PHASE 3: Scale to wellness networks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SCALABILITY ROADMAP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6596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10058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NOW (Prototype)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1965960" cy="32918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0"/>
                </a:solidFill>
              </a:rPr>
              <a:t>▸  End-to-end working prototype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40487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0"/>
                </a:solidFill>
              </a:rPr>
              <a:t>▸  3 lifestyle factors, 1 prediction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3209544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0"/>
                </a:solidFill>
              </a:rPr>
              <a:t>▸  SQLite persistence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65760" y="401421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0"/>
                </a:solidFill>
              </a:rPr>
              <a:t>▸  Rule-based risk engine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41448" y="1005840"/>
            <a:ext cx="1965960" cy="475488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41448" y="10058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SHORT-TERM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41448" y="1508760"/>
            <a:ext cx="1965960" cy="32918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6AD5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32888" y="1600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0"/>
                </a:solidFill>
              </a:rPr>
              <a:t>▸  Top-3 differential diagnoses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32888" y="240487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0"/>
                </a:solidFill>
              </a:rPr>
              <a:t>▸  Test suite + API validation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32888" y="3209544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0"/>
                </a:solidFill>
              </a:rPr>
              <a:t>▸  Auth + HTTPS security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532888" y="401421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0"/>
                </a:solidFill>
              </a:rPr>
              <a:t>▸  Fix training pipeline defects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08576" y="1005840"/>
            <a:ext cx="196596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08576" y="10058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MID-TERM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08576" y="1508760"/>
            <a:ext cx="1965960" cy="32918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0016" y="1600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0"/>
                </a:solidFill>
              </a:rPr>
              <a:t>▸  Calibrated risk multipliers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00016" y="240487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0"/>
                </a:solidFill>
              </a:rPr>
              <a:t>▸  SHAP-based feature attribution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00016" y="3209544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0"/>
                </a:solidFill>
              </a:rPr>
              <a:t>▸  Clinician-in-the-loop mode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0016" y="401421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0"/>
                </a:solidFill>
              </a:rPr>
              <a:t>▸  PostgreSQL + multi-user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75704" y="1005840"/>
            <a:ext cx="1965960" cy="47548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75704" y="10058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LONG-TERM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775704" y="1508760"/>
            <a:ext cx="1965960" cy="32918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E53E3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67144" y="16002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0"/>
                </a:solidFill>
              </a:rPr>
              <a:t>▸  EHR + telehealth integration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67144" y="2404872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0"/>
                </a:solidFill>
              </a:rPr>
              <a:t>▸  Regional population models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67144" y="3209544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0"/>
                </a:solidFill>
              </a:rPr>
              <a:t>▸  Clinical validation studies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67144" y="4014216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C4D0"/>
                </a:solidFill>
              </a:rPr>
              <a:t>▸  HIPAA / compliance controls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4773168"/>
            <a:ext cx="8595360" cy="246888"/>
          </a:xfrm>
          <a:prstGeom prst="rect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4773168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2C39A"/>
                </a:solidFill>
              </a:rPr>
              <a:t>Architecture is modular — swap ML model, risk engine, or frontend independently.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RESPONSIBLE AI &amp; SAFETY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64008" cy="1170432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124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✅  Not a Diagnosis Tool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49047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Every output includes a medical disclaimer. The app supports self-awareness, not clinical decisions.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27448" y="105156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27448" y="1051560"/>
            <a:ext cx="64008" cy="1170432"/>
          </a:xfrm>
          <a:prstGeom prst="rect">
            <a:avLst/>
          </a:prstGeom>
          <a:solidFill>
            <a:srgbClr val="F6AD55"/>
          </a:solidFill>
          <a:ln w="12700">
            <a:solidFill>
              <a:srgbClr val="F6A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82896" y="11247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⚠️  Urgency Communication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82896" y="1490472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Three clear tiers: self-care, consult soon, seek immediate attention. No ambiguity.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35000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350008"/>
            <a:ext cx="64008" cy="11704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" y="2423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🔒  Privacy by Design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9768" y="27889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Current: no PII stored. Roadmap includes encryption at rest, strict CORS, and audit logs.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27448" y="235000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27448" y="2350008"/>
            <a:ext cx="64008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82896" y="2423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🏥  Clinician-First Philosophy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82896" y="278892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AI supports the consultation — never replaces it. Designed to increase healthcare engagement.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48456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648456"/>
            <a:ext cx="64008" cy="117043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9768" y="37216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📊  Explainable by Default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40873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Every risk score has a visible breakdown. No black-box outputs. Users always see why.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27448" y="3648456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27448" y="3648456"/>
            <a:ext cx="64008" cy="1170432"/>
          </a:xfrm>
          <a:prstGeom prst="rect">
            <a:avLst/>
          </a:prstGeom>
          <a:solidFill>
            <a:srgbClr val="8899A6"/>
          </a:solidFill>
          <a:ln w="12700">
            <a:solidFill>
              <a:srgbClr val="889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82896" y="372160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🌍  Honest Limitations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82896" y="408736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</a:rPr>
              <a:t>We openly state: heuristic multipliers, one-condition output, no clinical calibration yet.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IMPACT POTENTIAL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5603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8090"/>
                </a:solidFill>
              </a:rPr>
              <a:t>4.7B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People with no access to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preventive health screening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91840" y="1051560"/>
            <a:ext cx="25603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10972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8090"/>
                </a:solidFill>
              </a:rPr>
              <a:t>40%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291840" y="2011680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Of ER visits are potentially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avoidable with early awareness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1051560"/>
            <a:ext cx="25603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10972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28090"/>
                </a:solidFill>
              </a:rPr>
              <a:t>3×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126480" y="2011680"/>
            <a:ext cx="25603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Better treatment outcomes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334155"/>
                </a:solidFill>
              </a:rPr>
              <a:t>with early-stage detection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83464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2743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For Users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" y="336499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✓  Understand what is driving their risk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384962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✓  Make informed, confident decisions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4334256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✓  Know exactly when to escalate care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18688" y="283464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18688" y="2834640"/>
            <a:ext cx="27432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18688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For Healthcare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28416" y="336499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✓  Reduce avoidable ER overcrowding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28416" y="384962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✓  Better-prepared pre-consultation patients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28416" y="4334256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✓  Scalable first-layer health triage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163056" y="2834640"/>
            <a:ext cx="27432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63056" y="2834640"/>
            <a:ext cx="2743200" cy="457200"/>
          </a:xfrm>
          <a:prstGeom prst="rect">
            <a:avLst/>
          </a:prstGeom>
          <a:solidFill>
            <a:srgbClr val="38A169"/>
          </a:solidFill>
          <a:ln w="12700">
            <a:solidFill>
              <a:srgbClr val="38A1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63056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For Society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72784" y="3364992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✓  Earlier intervention = lower cost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72784" y="3849624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✓  Empower low-resource communities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72784" y="4334256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</a:rPr>
              <a:t>✓  Shift culture: reactive → preventive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28090">
              <a:alpha val="10000"/>
            </a:srgbClr>
          </a:solidFill>
          <a:ln w="12700">
            <a:solidFill>
              <a:srgbClr val="028090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188720"/>
            <a:ext cx="7955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</a:rPr>
              <a:t>"Every second, someone Googles their symptoms and gets a disease name — but no answer to the only question that matters: what do I do now?</a:t>
            </a:r>
            <a:endParaRPr lang="en-US" sz="1500" dirty="0"/>
          </a:p>
          <a:p>
            <a:pPr marL="0" indent="0" algn="ctr">
              <a:buNone/>
            </a:pPr>
            <a:endParaRPr lang="en-US" sz="1500" dirty="0"/>
          </a:p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</a:rPr>
              <a:t>CausalCare AI answers that question."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260604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29260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Predict: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44168" y="2926080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ML classifier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2926080"/>
            <a:ext cx="260604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74136" y="29260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Explain: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51376" y="2926080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Causal risk engine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71616" y="2926080"/>
            <a:ext cx="260604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81344" y="29260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Simulate: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958584" y="2926080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What-if scenarios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584448"/>
            <a:ext cx="260604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35844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Guide: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44168" y="358444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Urgency tiers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64408" y="3584448"/>
            <a:ext cx="260604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74136" y="35844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Stack: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51376" y="358444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React · FastAPI · RF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71616" y="3584448"/>
            <a:ext cx="260604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81344" y="3584448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</a:rPr>
              <a:t>Status: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958584" y="3584448"/>
            <a:ext cx="16093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Full working prototype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343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CausalCare AI — from prediction to prevention, one habit at a time.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818</Words>
  <Application>Microsoft Office PowerPoint</Application>
  <PresentationFormat>On-screen Show (16:9)</PresentationFormat>
  <Paragraphs>162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CausalCare AI - Hackathon Pitch</dc:title>
  <dc:subject>PptxGenJS Presentation</dc:subject>
  <dc:creator>PptxGenJS</dc:creator>
  <cp:lastModifiedBy>Prasanga Ghimire</cp:lastModifiedBy>
  <cp:revision>4</cp:revision>
  <dcterms:created xsi:type="dcterms:W3CDTF">2026-04-26T16:37:13Z</dcterms:created>
  <dcterms:modified xsi:type="dcterms:W3CDTF">2026-04-26T17:32:56Z</dcterms:modified>
</cp:coreProperties>
</file>